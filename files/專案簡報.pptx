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ShareBox 社區共享工具平台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讓鄰居的閒置工具動起來</a:t>
            </a:r>
          </a:p>
          <a:p>
            <a:r>
              <a:rPr>
                <a:latin typeface="PingFang TC"/>
                <a:ea typeface="PingFang TC"/>
                <a:cs typeface="PingFang TC"/>
              </a:rPr>
              <a:t>專案簡報　2026 年 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我們要解決的問題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家用工具買了卻很少用 —— 一年常使用不到 3 次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工具佔據居家收納空間，造成資源浪費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鄰居想互借，卻缺乏信任與損壞賠償的保障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租借店租金高、據點少、品項受限，且需親自往返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解決方案：ShareBox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以「社區」為單位的工具共享 App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地圖搜尋附近鄰居的閒置工具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App 內聊天媒合，約定借用與歸還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押金代管 + 雙向評價，建立鄰里信任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工具刊登：拍照、選分類、設定押金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附近工具地圖與清單搜尋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借用申請與訂單即時聊天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押金代管與金流（綠界 ECPay）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歸還確認與雙向評價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推播通知（申請、同意、歸還提醒）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目標市場與商業模式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目標市場：都會區公寓大廈住戶，約 350 萬戶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免費版 + Premium 訂閱（每月 99 元）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每筆付費借用，平台抽取 10% 服務費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市場尚無直接競品，以信任機制為差異化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專案團隊（5 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專案經理：林佳穎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後端工程師：陳冠宇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前端／App 工程師：張哲瑋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UI/UX 設計師：吳采潔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行銷企劃：黃柏翔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專案時程與里程碑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M1　需求確認與設計：2026 年 1–2 月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M2　MVP 開發：2026 年 3–5 月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M3　封閉測試（Beta）：2026 年 6–7 月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M4　正式上線：2026 年 8 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專案預算概覽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總預算：新台幣 480 萬元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人事費：320 萬元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雲端與基礎設施：40 萬元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行銷推廣：80 萬元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其他與雜支：40 萬元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首年目標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累積下載數：10,000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月活躍用戶（MAU）：3,000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每月成功借用：500 筆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Premium 付費轉換率：8%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ingFang TC"/>
                <a:ea typeface="PingFang TC"/>
                <a:cs typeface="PingFang TC"/>
              </a:rPr>
              <a:t>結語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ShareBox 期望成為台灣社區鄰里最被信任的工具共享平台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讓閒置工具流動起來，減少浪費、連結鄰里</a:t>
            </a:r>
          </a:p>
          <a:p>
            <a:pPr>
              <a:spcAft>
                <a:spcPts val="1000"/>
              </a:spcAft>
              <a:defRPr sz="2200"/>
            </a:pPr>
            <a:r>
              <a:rPr>
                <a:latin typeface="PingFang TC"/>
                <a:ea typeface="PingFang TC"/>
                <a:cs typeface="PingFang TC"/>
              </a:rPr>
              <a:t>謝謝聆聽！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